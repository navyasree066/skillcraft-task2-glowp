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BeeZee" charset="1" panose="02000000000000000000"/>
      <p:regular r:id="rId15"/>
    </p:embeddedFont>
    <p:embeddedFont>
      <p:font typeface="Rustic Printed" charset="1" panose="00000000000000000000"/>
      <p:regular r:id="rId16"/>
    </p:embeddedFont>
    <p:embeddedFont>
      <p:font typeface="Canva Sans" charset="1" panose="020B0503030501040103"/>
      <p:regular r:id="rId17"/>
    </p:embeddedFont>
    <p:embeddedFont>
      <p:font typeface="Poppin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87044" y="6567171"/>
            <a:ext cx="5086448" cy="954150"/>
            <a:chOff x="0" y="0"/>
            <a:chExt cx="1339641" cy="2512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39641" cy="251299"/>
            </a:xfrm>
            <a:custGeom>
              <a:avLst/>
              <a:gdLst/>
              <a:ahLst/>
              <a:cxnLst/>
              <a:rect r="r" b="b" t="t" l="l"/>
              <a:pathLst>
                <a:path h="251299" w="1339641">
                  <a:moveTo>
                    <a:pt x="77625" y="0"/>
                  </a:moveTo>
                  <a:lnTo>
                    <a:pt x="1262015" y="0"/>
                  </a:lnTo>
                  <a:cubicBezTo>
                    <a:pt x="1282603" y="0"/>
                    <a:pt x="1302347" y="8178"/>
                    <a:pt x="1316905" y="22736"/>
                  </a:cubicBezTo>
                  <a:cubicBezTo>
                    <a:pt x="1331462" y="37294"/>
                    <a:pt x="1339641" y="57038"/>
                    <a:pt x="1339641" y="77625"/>
                  </a:cubicBezTo>
                  <a:lnTo>
                    <a:pt x="1339641" y="173673"/>
                  </a:lnTo>
                  <a:cubicBezTo>
                    <a:pt x="1339641" y="216545"/>
                    <a:pt x="1304887" y="251299"/>
                    <a:pt x="1262015" y="251299"/>
                  </a:cubicBezTo>
                  <a:lnTo>
                    <a:pt x="77625" y="251299"/>
                  </a:lnTo>
                  <a:cubicBezTo>
                    <a:pt x="57038" y="251299"/>
                    <a:pt x="37294" y="243120"/>
                    <a:pt x="22736" y="228563"/>
                  </a:cubicBezTo>
                  <a:cubicBezTo>
                    <a:pt x="8178" y="214005"/>
                    <a:pt x="0" y="194261"/>
                    <a:pt x="0" y="173673"/>
                  </a:cubicBezTo>
                  <a:lnTo>
                    <a:pt x="0" y="77625"/>
                  </a:lnTo>
                  <a:cubicBezTo>
                    <a:pt x="0" y="34754"/>
                    <a:pt x="34754" y="0"/>
                    <a:pt x="77625" y="0"/>
                  </a:cubicBezTo>
                  <a:close/>
                </a:path>
              </a:pathLst>
            </a:custGeom>
            <a:solidFill>
              <a:srgbClr val="78AAD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339641" cy="2989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ABeeZee"/>
                  <a:ea typeface="ABeeZee"/>
                  <a:cs typeface="ABeeZee"/>
                  <a:sym typeface="ABeeZee"/>
                </a:rPr>
                <a:t>SkillCraft Technology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58684" y="1289046"/>
            <a:ext cx="8685316" cy="8006282"/>
          </a:xfrm>
          <a:custGeom>
            <a:avLst/>
            <a:gdLst/>
            <a:ahLst/>
            <a:cxnLst/>
            <a:rect r="r" b="b" t="t" l="l"/>
            <a:pathLst>
              <a:path h="8006282" w="8685316">
                <a:moveTo>
                  <a:pt x="0" y="0"/>
                </a:moveTo>
                <a:lnTo>
                  <a:pt x="8685316" y="0"/>
                </a:lnTo>
                <a:lnTo>
                  <a:pt x="8685316" y="8006282"/>
                </a:lnTo>
                <a:lnTo>
                  <a:pt x="0" y="80062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448871" y="-578401"/>
            <a:ext cx="4640762" cy="2800364"/>
          </a:xfrm>
          <a:custGeom>
            <a:avLst/>
            <a:gdLst/>
            <a:ahLst/>
            <a:cxnLst/>
            <a:rect r="r" b="b" t="t" l="l"/>
            <a:pathLst>
              <a:path h="2800364" w="4640762">
                <a:moveTo>
                  <a:pt x="0" y="0"/>
                </a:moveTo>
                <a:lnTo>
                  <a:pt x="4640762" y="0"/>
                </a:lnTo>
                <a:lnTo>
                  <a:pt x="4640762" y="2800364"/>
                </a:lnTo>
                <a:lnTo>
                  <a:pt x="0" y="28003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85604" y="8005975"/>
            <a:ext cx="3867961" cy="3637725"/>
          </a:xfrm>
          <a:custGeom>
            <a:avLst/>
            <a:gdLst/>
            <a:ahLst/>
            <a:cxnLst/>
            <a:rect r="r" b="b" t="t" l="l"/>
            <a:pathLst>
              <a:path h="3637725" w="3867961">
                <a:moveTo>
                  <a:pt x="0" y="0"/>
                </a:moveTo>
                <a:lnTo>
                  <a:pt x="3867961" y="0"/>
                </a:lnTo>
                <a:lnTo>
                  <a:pt x="3867961" y="3637725"/>
                </a:lnTo>
                <a:lnTo>
                  <a:pt x="0" y="36377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58376" y="1572332"/>
            <a:ext cx="8258063" cy="242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5"/>
              </a:lnSpc>
            </a:pPr>
            <a:r>
              <a:rPr lang="en-US" sz="7329">
                <a:solidFill>
                  <a:srgbClr val="324858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NKYAA</a:t>
            </a:r>
          </a:p>
          <a:p>
            <a:pPr algn="l">
              <a:lnSpc>
                <a:spcPts val="879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822880" y="4422238"/>
            <a:ext cx="6929053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Reserach and Proposal for Influencer Brand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                   Collaboration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96131" y="2816310"/>
            <a:ext cx="7436420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324858"/>
                </a:solidFill>
                <a:latin typeface="Canva Sans"/>
                <a:ea typeface="Canva Sans"/>
                <a:cs typeface="Canva Sans"/>
                <a:sym typeface="Canva Sans"/>
              </a:rPr>
              <a:t>Influencer Collaboration Proposal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34136" y="330589"/>
            <a:ext cx="6749158" cy="1854713"/>
            <a:chOff x="0" y="0"/>
            <a:chExt cx="1777556" cy="4884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77556" cy="488484"/>
            </a:xfrm>
            <a:custGeom>
              <a:avLst/>
              <a:gdLst/>
              <a:ahLst/>
              <a:cxnLst/>
              <a:rect r="r" b="b" t="t" l="l"/>
              <a:pathLst>
                <a:path h="488484" w="1777556">
                  <a:moveTo>
                    <a:pt x="114709" y="0"/>
                  </a:moveTo>
                  <a:lnTo>
                    <a:pt x="1662847" y="0"/>
                  </a:lnTo>
                  <a:cubicBezTo>
                    <a:pt x="1726199" y="0"/>
                    <a:pt x="1777556" y="51357"/>
                    <a:pt x="1777556" y="114709"/>
                  </a:cubicBezTo>
                  <a:lnTo>
                    <a:pt x="1777556" y="373775"/>
                  </a:lnTo>
                  <a:cubicBezTo>
                    <a:pt x="1777556" y="404197"/>
                    <a:pt x="1765471" y="433374"/>
                    <a:pt x="1743958" y="454886"/>
                  </a:cubicBezTo>
                  <a:cubicBezTo>
                    <a:pt x="1722446" y="476399"/>
                    <a:pt x="1693270" y="488484"/>
                    <a:pt x="1662847" y="488484"/>
                  </a:cubicBezTo>
                  <a:lnTo>
                    <a:pt x="114709" y="488484"/>
                  </a:lnTo>
                  <a:cubicBezTo>
                    <a:pt x="84287" y="488484"/>
                    <a:pt x="55110" y="476399"/>
                    <a:pt x="33598" y="454886"/>
                  </a:cubicBezTo>
                  <a:cubicBezTo>
                    <a:pt x="12085" y="433374"/>
                    <a:pt x="0" y="404197"/>
                    <a:pt x="0" y="373775"/>
                  </a:cubicBezTo>
                  <a:lnTo>
                    <a:pt x="0" y="114709"/>
                  </a:lnTo>
                  <a:cubicBezTo>
                    <a:pt x="0" y="84287"/>
                    <a:pt x="12085" y="55110"/>
                    <a:pt x="33598" y="33598"/>
                  </a:cubicBezTo>
                  <a:cubicBezTo>
                    <a:pt x="55110" y="12085"/>
                    <a:pt x="84287" y="0"/>
                    <a:pt x="114709" y="0"/>
                  </a:cubicBezTo>
                  <a:close/>
                </a:path>
              </a:pathLst>
            </a:custGeom>
            <a:solidFill>
              <a:srgbClr val="E7716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77556" cy="536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66639" y="-1374394"/>
            <a:ext cx="4444596" cy="4121679"/>
          </a:xfrm>
          <a:custGeom>
            <a:avLst/>
            <a:gdLst/>
            <a:ahLst/>
            <a:cxnLst/>
            <a:rect r="r" b="b" t="t" l="l"/>
            <a:pathLst>
              <a:path h="4121679" w="4444596">
                <a:moveTo>
                  <a:pt x="0" y="0"/>
                </a:moveTo>
                <a:lnTo>
                  <a:pt x="4444595" y="0"/>
                </a:lnTo>
                <a:lnTo>
                  <a:pt x="4444595" y="4121679"/>
                </a:lnTo>
                <a:lnTo>
                  <a:pt x="0" y="41216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07829" y="4262804"/>
            <a:ext cx="3224307" cy="5242776"/>
          </a:xfrm>
          <a:custGeom>
            <a:avLst/>
            <a:gdLst/>
            <a:ahLst/>
            <a:cxnLst/>
            <a:rect r="r" b="b" t="t" l="l"/>
            <a:pathLst>
              <a:path h="5242776" w="3224307">
                <a:moveTo>
                  <a:pt x="0" y="0"/>
                </a:moveTo>
                <a:lnTo>
                  <a:pt x="3224307" y="0"/>
                </a:lnTo>
                <a:lnTo>
                  <a:pt x="3224307" y="5242775"/>
                </a:lnTo>
                <a:lnTo>
                  <a:pt x="0" y="52427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717392" y="3086100"/>
            <a:ext cx="2057400" cy="4114800"/>
          </a:xfrm>
          <a:custGeom>
            <a:avLst/>
            <a:gdLst/>
            <a:ahLst/>
            <a:cxnLst/>
            <a:rect r="r" b="b" t="t" l="l"/>
            <a:pathLst>
              <a:path h="4114800" w="2057400">
                <a:moveTo>
                  <a:pt x="0" y="0"/>
                </a:moveTo>
                <a:lnTo>
                  <a:pt x="2057400" y="0"/>
                </a:lnTo>
                <a:lnTo>
                  <a:pt x="20574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078132" y="2441036"/>
            <a:ext cx="3257697" cy="2231523"/>
          </a:xfrm>
          <a:custGeom>
            <a:avLst/>
            <a:gdLst/>
            <a:ahLst/>
            <a:cxnLst/>
            <a:rect r="r" b="b" t="t" l="l"/>
            <a:pathLst>
              <a:path h="2231523" w="3257697">
                <a:moveTo>
                  <a:pt x="0" y="0"/>
                </a:moveTo>
                <a:lnTo>
                  <a:pt x="3257697" y="0"/>
                </a:lnTo>
                <a:lnTo>
                  <a:pt x="3257697" y="2231522"/>
                </a:lnTo>
                <a:lnTo>
                  <a:pt x="0" y="22315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026269" y="5701454"/>
            <a:ext cx="2451888" cy="1998288"/>
          </a:xfrm>
          <a:custGeom>
            <a:avLst/>
            <a:gdLst/>
            <a:ahLst/>
            <a:cxnLst/>
            <a:rect r="r" b="b" t="t" l="l"/>
            <a:pathLst>
              <a:path h="1998288" w="2451888">
                <a:moveTo>
                  <a:pt x="0" y="0"/>
                </a:moveTo>
                <a:lnTo>
                  <a:pt x="2451887" y="0"/>
                </a:lnTo>
                <a:lnTo>
                  <a:pt x="2451887" y="1998289"/>
                </a:lnTo>
                <a:lnTo>
                  <a:pt x="0" y="19982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960049" y="324496"/>
            <a:ext cx="6333514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324858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About Nykaa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60049" y="2520950"/>
            <a:ext cx="7401558" cy="262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Nykaa is one of India’s leading beauty and lifestyle platforms, offering makeup, skincare, haircare, fragrances, wellness products, and more. The brand connects customers with a wide range of beauty products and brands through its online and offline presence.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34136" y="5765950"/>
            <a:ext cx="3883411" cy="2281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1"/>
              </a:lnSpc>
              <a:spcBef>
                <a:spcPct val="0"/>
              </a:spcBef>
            </a:pPr>
          </a:p>
          <a:p>
            <a:pPr algn="ctr">
              <a:lnSpc>
                <a:spcPts val="3031"/>
              </a:lnSpc>
              <a:spcBef>
                <a:spcPct val="0"/>
              </a:spcBef>
            </a:pPr>
            <a:r>
              <a:rPr lang="en-US" sz="2165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Gen Z &amp; Millennials</a:t>
            </a:r>
          </a:p>
          <a:p>
            <a:pPr algn="ctr">
              <a:lnSpc>
                <a:spcPts val="3031"/>
              </a:lnSpc>
              <a:spcBef>
                <a:spcPct val="0"/>
              </a:spcBef>
            </a:pPr>
            <a:r>
              <a:rPr lang="en-US" sz="2165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Beauty &amp; makeup enthusiasts</a:t>
            </a:r>
          </a:p>
          <a:p>
            <a:pPr algn="ctr">
              <a:lnSpc>
                <a:spcPts val="3031"/>
              </a:lnSpc>
              <a:spcBef>
                <a:spcPct val="0"/>
              </a:spcBef>
            </a:pPr>
            <a:r>
              <a:rPr lang="en-US" sz="2165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Skincare lovers</a:t>
            </a:r>
          </a:p>
          <a:p>
            <a:pPr algn="ctr">
              <a:lnSpc>
                <a:spcPts val="3031"/>
              </a:lnSpc>
              <a:spcBef>
                <a:spcPct val="0"/>
              </a:spcBef>
            </a:pPr>
            <a:r>
              <a:rPr lang="en-US" sz="2165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Fashion &amp; lifestyle audiences</a:t>
            </a:r>
          </a:p>
          <a:p>
            <a:pPr algn="ctr">
              <a:lnSpc>
                <a:spcPts val="3031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0176409" y="5419725"/>
            <a:ext cx="4398112" cy="69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4"/>
              </a:lnSpc>
            </a:pPr>
            <a:r>
              <a:rPr lang="en-US" sz="3874">
                <a:solidFill>
                  <a:srgbClr val="324858"/>
                </a:solidFill>
                <a:latin typeface="Poppins"/>
                <a:ea typeface="Poppins"/>
                <a:cs typeface="Poppins"/>
                <a:sym typeface="Poppins"/>
              </a:rPr>
              <a:t>TARGET AUDIENCE: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11386" y="7971520"/>
            <a:ext cx="2931242" cy="471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2"/>
              </a:lnSpc>
            </a:pPr>
            <a:r>
              <a:rPr lang="en-US" sz="2651">
                <a:solidFill>
                  <a:srgbClr val="324858"/>
                </a:solidFill>
                <a:latin typeface="Poppins"/>
                <a:ea typeface="Poppins"/>
                <a:cs typeface="Poppins"/>
                <a:sym typeface="Poppins"/>
              </a:rPr>
              <a:t>CAMPAIGN GOAL: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91337" y="8188420"/>
            <a:ext cx="7138981" cy="132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</a:p>
          <a:p>
            <a:pPr algn="ctr">
              <a:lnSpc>
                <a:spcPts val="2638"/>
              </a:lnSpc>
            </a:pPr>
            <a:r>
              <a:rPr lang="en-US" sz="1884">
                <a:solidFill>
                  <a:srgbClr val="324858"/>
                </a:solidFill>
                <a:latin typeface="Poppins"/>
                <a:ea typeface="Poppins"/>
                <a:cs typeface="Poppins"/>
                <a:sym typeface="Poppins"/>
              </a:rPr>
              <a:t>Increase brand awareness,engagement, product discovery,</a:t>
            </a:r>
          </a:p>
          <a:p>
            <a:pPr algn="ctr">
              <a:lnSpc>
                <a:spcPts val="2638"/>
              </a:lnSpc>
            </a:pPr>
            <a:r>
              <a:rPr lang="en-US" sz="1884">
                <a:solidFill>
                  <a:srgbClr val="324858"/>
                </a:solidFill>
                <a:latin typeface="Poppins"/>
                <a:ea typeface="Poppins"/>
                <a:cs typeface="Poppins"/>
                <a:sym typeface="Poppins"/>
              </a:rPr>
              <a:t> and reach among young </a:t>
            </a:r>
          </a:p>
          <a:p>
            <a:pPr algn="ctr">
              <a:lnSpc>
                <a:spcPts val="2638"/>
              </a:lnSpc>
            </a:pPr>
            <a:r>
              <a:rPr lang="en-US" sz="1884">
                <a:solidFill>
                  <a:srgbClr val="324858"/>
                </a:solidFill>
                <a:latin typeface="Poppins"/>
                <a:ea typeface="Poppins"/>
                <a:cs typeface="Poppins"/>
                <a:sym typeface="Poppins"/>
              </a:rPr>
              <a:t>beauty-conscious consumers.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13188" y="6910227"/>
            <a:ext cx="3721957" cy="2233142"/>
            <a:chOff x="0" y="0"/>
            <a:chExt cx="980268" cy="5881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0268" cy="588153"/>
            </a:xfrm>
            <a:custGeom>
              <a:avLst/>
              <a:gdLst/>
              <a:ahLst/>
              <a:cxnLst/>
              <a:rect r="r" b="b" t="t" l="l"/>
              <a:pathLst>
                <a:path h="588153" w="980268">
                  <a:moveTo>
                    <a:pt x="106083" y="0"/>
                  </a:moveTo>
                  <a:lnTo>
                    <a:pt x="874185" y="0"/>
                  </a:lnTo>
                  <a:cubicBezTo>
                    <a:pt x="902320" y="0"/>
                    <a:pt x="929303" y="11177"/>
                    <a:pt x="949197" y="31071"/>
                  </a:cubicBezTo>
                  <a:cubicBezTo>
                    <a:pt x="969092" y="50966"/>
                    <a:pt x="980268" y="77948"/>
                    <a:pt x="980268" y="106083"/>
                  </a:cubicBezTo>
                  <a:lnTo>
                    <a:pt x="980268" y="482069"/>
                  </a:lnTo>
                  <a:cubicBezTo>
                    <a:pt x="980268" y="510204"/>
                    <a:pt x="969092" y="537187"/>
                    <a:pt x="949197" y="557081"/>
                  </a:cubicBezTo>
                  <a:cubicBezTo>
                    <a:pt x="929303" y="576976"/>
                    <a:pt x="902320" y="588153"/>
                    <a:pt x="874185" y="588153"/>
                  </a:cubicBezTo>
                  <a:lnTo>
                    <a:pt x="106083" y="588153"/>
                  </a:lnTo>
                  <a:cubicBezTo>
                    <a:pt x="77948" y="588153"/>
                    <a:pt x="50966" y="576976"/>
                    <a:pt x="31071" y="557081"/>
                  </a:cubicBezTo>
                  <a:cubicBezTo>
                    <a:pt x="11177" y="537187"/>
                    <a:pt x="0" y="510204"/>
                    <a:pt x="0" y="482069"/>
                  </a:cubicBezTo>
                  <a:lnTo>
                    <a:pt x="0" y="106083"/>
                  </a:lnTo>
                  <a:cubicBezTo>
                    <a:pt x="0" y="77948"/>
                    <a:pt x="11177" y="50966"/>
                    <a:pt x="31071" y="31071"/>
                  </a:cubicBezTo>
                  <a:cubicBezTo>
                    <a:pt x="50966" y="11177"/>
                    <a:pt x="77948" y="0"/>
                    <a:pt x="106083" y="0"/>
                  </a:cubicBezTo>
                  <a:close/>
                </a:path>
              </a:pathLst>
            </a:custGeom>
            <a:solidFill>
              <a:srgbClr val="78AAD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80268" cy="635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67139" y="6596546"/>
            <a:ext cx="3490912" cy="2499463"/>
            <a:chOff x="0" y="0"/>
            <a:chExt cx="919417" cy="65829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9417" cy="658295"/>
            </a:xfrm>
            <a:custGeom>
              <a:avLst/>
              <a:gdLst/>
              <a:ahLst/>
              <a:cxnLst/>
              <a:rect r="r" b="b" t="t" l="l"/>
              <a:pathLst>
                <a:path h="658295" w="919417">
                  <a:moveTo>
                    <a:pt x="113105" y="0"/>
                  </a:moveTo>
                  <a:lnTo>
                    <a:pt x="806313" y="0"/>
                  </a:lnTo>
                  <a:cubicBezTo>
                    <a:pt x="836310" y="0"/>
                    <a:pt x="865078" y="11916"/>
                    <a:pt x="886290" y="33128"/>
                  </a:cubicBezTo>
                  <a:cubicBezTo>
                    <a:pt x="907501" y="54339"/>
                    <a:pt x="919417" y="83107"/>
                    <a:pt x="919417" y="113105"/>
                  </a:cubicBezTo>
                  <a:lnTo>
                    <a:pt x="919417" y="545190"/>
                  </a:lnTo>
                  <a:cubicBezTo>
                    <a:pt x="919417" y="575187"/>
                    <a:pt x="907501" y="603956"/>
                    <a:pt x="886290" y="625167"/>
                  </a:cubicBezTo>
                  <a:cubicBezTo>
                    <a:pt x="865078" y="646378"/>
                    <a:pt x="836310" y="658295"/>
                    <a:pt x="806313" y="658295"/>
                  </a:cubicBezTo>
                  <a:lnTo>
                    <a:pt x="113105" y="658295"/>
                  </a:lnTo>
                  <a:cubicBezTo>
                    <a:pt x="83107" y="658295"/>
                    <a:pt x="54339" y="646378"/>
                    <a:pt x="33128" y="625167"/>
                  </a:cubicBezTo>
                  <a:cubicBezTo>
                    <a:pt x="11916" y="603956"/>
                    <a:pt x="0" y="575187"/>
                    <a:pt x="0" y="545190"/>
                  </a:cubicBezTo>
                  <a:lnTo>
                    <a:pt x="0" y="113105"/>
                  </a:lnTo>
                  <a:cubicBezTo>
                    <a:pt x="0" y="83107"/>
                    <a:pt x="11916" y="54339"/>
                    <a:pt x="33128" y="33128"/>
                  </a:cubicBezTo>
                  <a:cubicBezTo>
                    <a:pt x="54339" y="11916"/>
                    <a:pt x="83107" y="0"/>
                    <a:pt x="113105" y="0"/>
                  </a:cubicBezTo>
                  <a:close/>
                </a:path>
              </a:pathLst>
            </a:custGeom>
            <a:solidFill>
              <a:srgbClr val="F2BA6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19417" cy="7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452859" y="6199203"/>
            <a:ext cx="4415745" cy="3000035"/>
            <a:chOff x="0" y="0"/>
            <a:chExt cx="1162995" cy="7901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2995" cy="790133"/>
            </a:xfrm>
            <a:custGeom>
              <a:avLst/>
              <a:gdLst/>
              <a:ahLst/>
              <a:cxnLst/>
              <a:rect r="r" b="b" t="t" l="l"/>
              <a:pathLst>
                <a:path h="790133" w="1162995">
                  <a:moveTo>
                    <a:pt x="89416" y="0"/>
                  </a:moveTo>
                  <a:lnTo>
                    <a:pt x="1073579" y="0"/>
                  </a:lnTo>
                  <a:cubicBezTo>
                    <a:pt x="1122962" y="0"/>
                    <a:pt x="1162995" y="40033"/>
                    <a:pt x="1162995" y="89416"/>
                  </a:cubicBezTo>
                  <a:lnTo>
                    <a:pt x="1162995" y="700717"/>
                  </a:lnTo>
                  <a:cubicBezTo>
                    <a:pt x="1162995" y="750100"/>
                    <a:pt x="1122962" y="790133"/>
                    <a:pt x="1073579" y="790133"/>
                  </a:cubicBezTo>
                  <a:lnTo>
                    <a:pt x="89416" y="790133"/>
                  </a:lnTo>
                  <a:cubicBezTo>
                    <a:pt x="40033" y="790133"/>
                    <a:pt x="0" y="750100"/>
                    <a:pt x="0" y="700717"/>
                  </a:cubicBezTo>
                  <a:lnTo>
                    <a:pt x="0" y="89416"/>
                  </a:lnTo>
                  <a:cubicBezTo>
                    <a:pt x="0" y="40033"/>
                    <a:pt x="40033" y="0"/>
                    <a:pt x="89416" y="0"/>
                  </a:cubicBezTo>
                  <a:close/>
                </a:path>
              </a:pathLst>
            </a:custGeom>
            <a:solidFill>
              <a:srgbClr val="E771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162995" cy="837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675836" y="6469255"/>
            <a:ext cx="4914568" cy="3220402"/>
          </a:xfrm>
          <a:custGeom>
            <a:avLst/>
            <a:gdLst/>
            <a:ahLst/>
            <a:cxnLst/>
            <a:rect r="r" b="b" t="t" l="l"/>
            <a:pathLst>
              <a:path h="3220402" w="4914568">
                <a:moveTo>
                  <a:pt x="0" y="0"/>
                </a:moveTo>
                <a:lnTo>
                  <a:pt x="4914569" y="0"/>
                </a:lnTo>
                <a:lnTo>
                  <a:pt x="4914569" y="3220401"/>
                </a:lnTo>
                <a:lnTo>
                  <a:pt x="0" y="3220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712716" y="847368"/>
            <a:ext cx="5410349" cy="4124438"/>
          </a:xfrm>
          <a:custGeom>
            <a:avLst/>
            <a:gdLst/>
            <a:ahLst/>
            <a:cxnLst/>
            <a:rect r="r" b="b" t="t" l="l"/>
            <a:pathLst>
              <a:path h="4124438" w="5410349">
                <a:moveTo>
                  <a:pt x="0" y="0"/>
                </a:moveTo>
                <a:lnTo>
                  <a:pt x="5410350" y="0"/>
                </a:lnTo>
                <a:lnTo>
                  <a:pt x="5410350" y="4124438"/>
                </a:lnTo>
                <a:lnTo>
                  <a:pt x="0" y="41244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699" r="0" b="-15558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666750"/>
            <a:ext cx="7506444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324858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Nagma Mirajkar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739161"/>
            <a:ext cx="6225829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Nagma Mirajkar is an Indian beauty, fashion and lifestyle creator known for engaging content and a strong young audience.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51819" y="6918170"/>
            <a:ext cx="190931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8.2M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74535" y="7717505"/>
            <a:ext cx="306387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Instagram Followers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72839" y="6814977"/>
            <a:ext cx="1729193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3.47%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18506" y="7717505"/>
            <a:ext cx="295099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Engagement Rate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81534" y="6393055"/>
            <a:ext cx="2476159" cy="2702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8"/>
              </a:lnSpc>
            </a:pPr>
            <a:r>
              <a:rPr lang="en-US" sz="3041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CONTENT</a:t>
            </a:r>
          </a:p>
          <a:p>
            <a:pPr algn="ctr">
              <a:lnSpc>
                <a:spcPts val="4258"/>
              </a:lnSpc>
            </a:pPr>
            <a:r>
              <a:rPr lang="en-US" sz="3041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FOCUS:</a:t>
            </a:r>
          </a:p>
          <a:p>
            <a:pPr algn="ctr">
              <a:lnSpc>
                <a:spcPts val="4258"/>
              </a:lnSpc>
            </a:pPr>
            <a:r>
              <a:rPr lang="en-US" sz="3041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Beauty</a:t>
            </a:r>
          </a:p>
          <a:p>
            <a:pPr algn="ctr">
              <a:lnSpc>
                <a:spcPts val="4258"/>
              </a:lnSpc>
            </a:pPr>
            <a:r>
              <a:rPr lang="en-US" sz="3041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Fashion</a:t>
            </a:r>
          </a:p>
          <a:p>
            <a:pPr algn="ctr">
              <a:lnSpc>
                <a:spcPts val="4258"/>
              </a:lnSpc>
              <a:spcBef>
                <a:spcPct val="0"/>
              </a:spcBef>
            </a:pPr>
            <a:r>
              <a:rPr lang="en-US" sz="3041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Lifestyle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99872" y="5025390"/>
            <a:ext cx="88255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>
                <a:solidFill>
                  <a:srgbClr val="324858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58357" y="5326571"/>
            <a:ext cx="5467052" cy="38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1"/>
              </a:lnSpc>
              <a:spcBef>
                <a:spcPct val="0"/>
              </a:spcBef>
            </a:pPr>
            <a:r>
              <a:rPr lang="en-US" sz="2165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Potential Beauty &amp; Lifestyle Collaboration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19039" y="1028700"/>
            <a:ext cx="7040261" cy="3776140"/>
          </a:xfrm>
          <a:custGeom>
            <a:avLst/>
            <a:gdLst/>
            <a:ahLst/>
            <a:cxnLst/>
            <a:rect r="r" b="b" t="t" l="l"/>
            <a:pathLst>
              <a:path h="3776140" w="7040261">
                <a:moveTo>
                  <a:pt x="0" y="0"/>
                </a:moveTo>
                <a:lnTo>
                  <a:pt x="7040261" y="0"/>
                </a:lnTo>
                <a:lnTo>
                  <a:pt x="7040261" y="3776140"/>
                </a:lnTo>
                <a:lnTo>
                  <a:pt x="0" y="37761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9977" y="2827107"/>
            <a:ext cx="3867961" cy="3637725"/>
          </a:xfrm>
          <a:custGeom>
            <a:avLst/>
            <a:gdLst/>
            <a:ahLst/>
            <a:cxnLst/>
            <a:rect r="r" b="b" t="t" l="l"/>
            <a:pathLst>
              <a:path h="3637725" w="3867961">
                <a:moveTo>
                  <a:pt x="0" y="0"/>
                </a:moveTo>
                <a:lnTo>
                  <a:pt x="3867961" y="0"/>
                </a:lnTo>
                <a:lnTo>
                  <a:pt x="3867961" y="3637725"/>
                </a:lnTo>
                <a:lnTo>
                  <a:pt x="0" y="3637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672904"/>
            <a:ext cx="8732681" cy="5180807"/>
          </a:xfrm>
          <a:custGeom>
            <a:avLst/>
            <a:gdLst/>
            <a:ahLst/>
            <a:cxnLst/>
            <a:rect r="r" b="b" t="t" l="l"/>
            <a:pathLst>
              <a:path h="5180807" w="8732681">
                <a:moveTo>
                  <a:pt x="0" y="0"/>
                </a:moveTo>
                <a:lnTo>
                  <a:pt x="8732681" y="0"/>
                </a:lnTo>
                <a:lnTo>
                  <a:pt x="8732681" y="5180807"/>
                </a:lnTo>
                <a:lnTo>
                  <a:pt x="0" y="51808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9636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2119253" y="574847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119253" y="6391541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2119253" y="7087132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2119253" y="7782723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2119253" y="8478315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6186313" y="8478315"/>
            <a:ext cx="3227686" cy="2115027"/>
          </a:xfrm>
          <a:custGeom>
            <a:avLst/>
            <a:gdLst/>
            <a:ahLst/>
            <a:cxnLst/>
            <a:rect r="r" b="b" t="t" l="l"/>
            <a:pathLst>
              <a:path h="2115027" w="3227686">
                <a:moveTo>
                  <a:pt x="0" y="0"/>
                </a:moveTo>
                <a:lnTo>
                  <a:pt x="3227686" y="0"/>
                </a:lnTo>
                <a:lnTo>
                  <a:pt x="3227686" y="2115026"/>
                </a:lnTo>
                <a:lnTo>
                  <a:pt x="0" y="21150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795323"/>
            <a:ext cx="8037214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324858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Audience Profile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2594" y="5067300"/>
            <a:ext cx="657860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Gen Z &amp; Millennials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2594" y="5747016"/>
            <a:ext cx="713196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Beauty &amp; Makeup Enthusiasts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2594" y="6426732"/>
            <a:ext cx="6063953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Skincare Lovers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2594" y="7106448"/>
            <a:ext cx="736332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Fashion &amp; Lifestyle Followers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2594" y="7786164"/>
            <a:ext cx="6578600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2" indent="-377826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Trend-Conscious shoppers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75219" y="5666399"/>
            <a:ext cx="5001451" cy="2784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  <a:spcBef>
                <a:spcPct val="0"/>
              </a:spcBef>
            </a:pPr>
            <a:r>
              <a:rPr lang="en-US" sz="2618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The campaign is designed for young, trend-conscious</a:t>
            </a:r>
          </a:p>
          <a:p>
            <a:pPr algn="l">
              <a:lnSpc>
                <a:spcPts val="3666"/>
              </a:lnSpc>
              <a:spcBef>
                <a:spcPct val="0"/>
              </a:spcBef>
            </a:pPr>
            <a:r>
              <a:rPr lang="en-US" sz="2618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audiences who value </a:t>
            </a:r>
          </a:p>
          <a:p>
            <a:pPr algn="l">
              <a:lnSpc>
                <a:spcPts val="3666"/>
              </a:lnSpc>
              <a:spcBef>
                <a:spcPct val="0"/>
              </a:spcBef>
            </a:pPr>
            <a:r>
              <a:rPr lang="en-US" sz="2618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authentic content, beauty inspiration, and engaging visual storytelling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75807" y="2374273"/>
            <a:ext cx="6022126" cy="602212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66396" y="87561"/>
                  </a:lnTo>
                  <a:lnTo>
                    <a:pt x="553838" y="27679"/>
                  </a:lnTo>
                  <a:lnTo>
                    <a:pt x="578287" y="131093"/>
                  </a:lnTo>
                  <a:lnTo>
                    <a:pt x="681363" y="106978"/>
                  </a:lnTo>
                  <a:lnTo>
                    <a:pt x="666963" y="212279"/>
                  </a:lnTo>
                  <a:lnTo>
                    <a:pt x="771752" y="227186"/>
                  </a:lnTo>
                  <a:lnTo>
                    <a:pt x="720448" y="320152"/>
                  </a:lnTo>
                  <a:lnTo>
                    <a:pt x="812800" y="372069"/>
                  </a:lnTo>
                  <a:lnTo>
                    <a:pt x="731520" y="440145"/>
                  </a:lnTo>
                  <a:lnTo>
                    <a:pt x="798961" y="522061"/>
                  </a:lnTo>
                  <a:lnTo>
                    <a:pt x="698682" y="556053"/>
                  </a:lnTo>
                  <a:lnTo>
                    <a:pt x="732104" y="656904"/>
                  </a:lnTo>
                  <a:lnTo>
                    <a:pt x="626370" y="652219"/>
                  </a:lnTo>
                  <a:lnTo>
                    <a:pt x="621259" y="758384"/>
                  </a:lnTo>
                  <a:lnTo>
                    <a:pt x="524350" y="715658"/>
                  </a:lnTo>
                  <a:lnTo>
                    <a:pt x="481396" y="812800"/>
                  </a:lnTo>
                  <a:lnTo>
                    <a:pt x="406400" y="737801"/>
                  </a:lnTo>
                  <a:lnTo>
                    <a:pt x="331404" y="812800"/>
                  </a:lnTo>
                  <a:lnTo>
                    <a:pt x="288450" y="715658"/>
                  </a:lnTo>
                  <a:lnTo>
                    <a:pt x="191541" y="758384"/>
                  </a:lnTo>
                  <a:lnTo>
                    <a:pt x="186430" y="652219"/>
                  </a:lnTo>
                  <a:lnTo>
                    <a:pt x="80696" y="656904"/>
                  </a:lnTo>
                  <a:lnTo>
                    <a:pt x="114118" y="556053"/>
                  </a:lnTo>
                  <a:lnTo>
                    <a:pt x="13839" y="522061"/>
                  </a:lnTo>
                  <a:lnTo>
                    <a:pt x="81280" y="440145"/>
                  </a:lnTo>
                  <a:lnTo>
                    <a:pt x="0" y="372069"/>
                  </a:lnTo>
                  <a:lnTo>
                    <a:pt x="92352" y="320152"/>
                  </a:lnTo>
                  <a:lnTo>
                    <a:pt x="41047" y="227186"/>
                  </a:lnTo>
                  <a:lnTo>
                    <a:pt x="145837" y="212279"/>
                  </a:lnTo>
                  <a:lnTo>
                    <a:pt x="131437" y="106978"/>
                  </a:lnTo>
                  <a:lnTo>
                    <a:pt x="234513" y="131093"/>
                  </a:lnTo>
                  <a:lnTo>
                    <a:pt x="258962" y="27679"/>
                  </a:lnTo>
                  <a:lnTo>
                    <a:pt x="346404" y="87561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8AAD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234371" y="-846129"/>
            <a:ext cx="4914568" cy="3220402"/>
          </a:xfrm>
          <a:custGeom>
            <a:avLst/>
            <a:gdLst/>
            <a:ahLst/>
            <a:cxnLst/>
            <a:rect r="r" b="b" t="t" l="l"/>
            <a:pathLst>
              <a:path h="3220402" w="4914568">
                <a:moveTo>
                  <a:pt x="0" y="0"/>
                </a:moveTo>
                <a:lnTo>
                  <a:pt x="4914569" y="0"/>
                </a:lnTo>
                <a:lnTo>
                  <a:pt x="4914569" y="3220402"/>
                </a:lnTo>
                <a:lnTo>
                  <a:pt x="0" y="322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506412" y="2374273"/>
            <a:ext cx="491521" cy="49152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BA6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360850" y="3943182"/>
            <a:ext cx="491521" cy="49152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716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431708" y="5106046"/>
            <a:ext cx="491521" cy="49152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AAD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97933" y="6631862"/>
            <a:ext cx="491521" cy="49152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C8D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8446938" y="3091757"/>
            <a:ext cx="3394710" cy="4114800"/>
          </a:xfrm>
          <a:custGeom>
            <a:avLst/>
            <a:gdLst/>
            <a:ahLst/>
            <a:cxnLst/>
            <a:rect r="r" b="b" t="t" l="l"/>
            <a:pathLst>
              <a:path h="4114800" w="3394710">
                <a:moveTo>
                  <a:pt x="0" y="0"/>
                </a:moveTo>
                <a:lnTo>
                  <a:pt x="3394710" y="0"/>
                </a:lnTo>
                <a:lnTo>
                  <a:pt x="3394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28700" y="809625"/>
            <a:ext cx="5899036" cy="250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324858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Creative Direction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32838" y="4694417"/>
            <a:ext cx="5288970" cy="349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The campaign uses authentic and visually engaging content to connect Nykaa with young beauty and lifestyle audiences. Influencer-led posts will highlight product experiences, beauty tips, tutorials, and fashion &amp; lifestyle inspiration in a relatable way.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360850" y="1704696"/>
            <a:ext cx="2187084" cy="2155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7"/>
              </a:lnSpc>
              <a:spcBef>
                <a:spcPct val="0"/>
              </a:spcBef>
            </a:pPr>
            <a:r>
              <a:rPr lang="en-US" sz="4077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Eye-catching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79374" y="3764759"/>
            <a:ext cx="3066157" cy="669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0"/>
              </a:lnSpc>
              <a:spcBef>
                <a:spcPct val="0"/>
              </a:spcBef>
            </a:pPr>
            <a:r>
              <a:rPr lang="en-US" sz="3793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Engaging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179374" y="4969209"/>
            <a:ext cx="3115840" cy="669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0"/>
              </a:lnSpc>
              <a:spcBef>
                <a:spcPct val="0"/>
              </a:spcBef>
            </a:pPr>
            <a:r>
              <a:rPr lang="en-US" sz="3793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Visual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77469" y="6536612"/>
            <a:ext cx="3298183" cy="669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0"/>
              </a:lnSpc>
              <a:spcBef>
                <a:spcPct val="0"/>
              </a:spcBef>
            </a:pPr>
            <a:r>
              <a:rPr lang="en-US" sz="3793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Authentic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3801" y="6707720"/>
            <a:ext cx="1861853" cy="1026101"/>
            <a:chOff x="0" y="0"/>
            <a:chExt cx="490365" cy="2702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365" cy="270249"/>
            </a:xfrm>
            <a:custGeom>
              <a:avLst/>
              <a:gdLst/>
              <a:ahLst/>
              <a:cxnLst/>
              <a:rect r="r" b="b" t="t" l="l"/>
              <a:pathLst>
                <a:path h="270249" w="490365">
                  <a:moveTo>
                    <a:pt x="135124" y="0"/>
                  </a:moveTo>
                  <a:lnTo>
                    <a:pt x="355240" y="0"/>
                  </a:lnTo>
                  <a:cubicBezTo>
                    <a:pt x="429867" y="0"/>
                    <a:pt x="490365" y="60497"/>
                    <a:pt x="490365" y="135124"/>
                  </a:cubicBezTo>
                  <a:lnTo>
                    <a:pt x="490365" y="135124"/>
                  </a:lnTo>
                  <a:cubicBezTo>
                    <a:pt x="490365" y="209752"/>
                    <a:pt x="429867" y="270249"/>
                    <a:pt x="355240" y="270249"/>
                  </a:cubicBezTo>
                  <a:lnTo>
                    <a:pt x="135124" y="270249"/>
                  </a:lnTo>
                  <a:cubicBezTo>
                    <a:pt x="60497" y="270249"/>
                    <a:pt x="0" y="209752"/>
                    <a:pt x="0" y="135124"/>
                  </a:cubicBezTo>
                  <a:lnTo>
                    <a:pt x="0" y="135124"/>
                  </a:lnTo>
                  <a:cubicBezTo>
                    <a:pt x="0" y="60497"/>
                    <a:pt x="60497" y="0"/>
                    <a:pt x="135124" y="0"/>
                  </a:cubicBezTo>
                  <a:close/>
                </a:path>
              </a:pathLst>
            </a:custGeom>
            <a:solidFill>
              <a:srgbClr val="78AAD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365" cy="317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69370" y="6707720"/>
            <a:ext cx="4498162" cy="1026101"/>
            <a:chOff x="0" y="0"/>
            <a:chExt cx="1184701" cy="2702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84701" cy="270249"/>
            </a:xfrm>
            <a:custGeom>
              <a:avLst/>
              <a:gdLst/>
              <a:ahLst/>
              <a:cxnLst/>
              <a:rect r="r" b="b" t="t" l="l"/>
              <a:pathLst>
                <a:path h="270249" w="1184701">
                  <a:moveTo>
                    <a:pt x="87778" y="0"/>
                  </a:moveTo>
                  <a:lnTo>
                    <a:pt x="1096923" y="0"/>
                  </a:lnTo>
                  <a:cubicBezTo>
                    <a:pt x="1120204" y="0"/>
                    <a:pt x="1142530" y="9248"/>
                    <a:pt x="1158992" y="25709"/>
                  </a:cubicBezTo>
                  <a:cubicBezTo>
                    <a:pt x="1175453" y="42171"/>
                    <a:pt x="1184701" y="64498"/>
                    <a:pt x="1184701" y="87778"/>
                  </a:cubicBezTo>
                  <a:lnTo>
                    <a:pt x="1184701" y="182471"/>
                  </a:lnTo>
                  <a:cubicBezTo>
                    <a:pt x="1184701" y="230950"/>
                    <a:pt x="1145402" y="270249"/>
                    <a:pt x="1096923" y="270249"/>
                  </a:cubicBezTo>
                  <a:lnTo>
                    <a:pt x="87778" y="270249"/>
                  </a:lnTo>
                  <a:cubicBezTo>
                    <a:pt x="64498" y="270249"/>
                    <a:pt x="42171" y="261001"/>
                    <a:pt x="25709" y="244539"/>
                  </a:cubicBezTo>
                  <a:cubicBezTo>
                    <a:pt x="9248" y="228078"/>
                    <a:pt x="0" y="205751"/>
                    <a:pt x="0" y="182471"/>
                  </a:cubicBezTo>
                  <a:lnTo>
                    <a:pt x="0" y="87778"/>
                  </a:lnTo>
                  <a:cubicBezTo>
                    <a:pt x="0" y="39299"/>
                    <a:pt x="39299" y="0"/>
                    <a:pt x="87778" y="0"/>
                  </a:cubicBezTo>
                  <a:close/>
                </a:path>
              </a:pathLst>
            </a:custGeom>
            <a:solidFill>
              <a:srgbClr val="F2BA6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184701" cy="317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63801" y="8229122"/>
            <a:ext cx="1861853" cy="1026101"/>
            <a:chOff x="0" y="0"/>
            <a:chExt cx="490365" cy="27024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0365" cy="270249"/>
            </a:xfrm>
            <a:custGeom>
              <a:avLst/>
              <a:gdLst/>
              <a:ahLst/>
              <a:cxnLst/>
              <a:rect r="r" b="b" t="t" l="l"/>
              <a:pathLst>
                <a:path h="270249" w="490365">
                  <a:moveTo>
                    <a:pt x="135124" y="0"/>
                  </a:moveTo>
                  <a:lnTo>
                    <a:pt x="355240" y="0"/>
                  </a:lnTo>
                  <a:cubicBezTo>
                    <a:pt x="429867" y="0"/>
                    <a:pt x="490365" y="60497"/>
                    <a:pt x="490365" y="135124"/>
                  </a:cubicBezTo>
                  <a:lnTo>
                    <a:pt x="490365" y="135124"/>
                  </a:lnTo>
                  <a:cubicBezTo>
                    <a:pt x="490365" y="209752"/>
                    <a:pt x="429867" y="270249"/>
                    <a:pt x="355240" y="270249"/>
                  </a:cubicBezTo>
                  <a:lnTo>
                    <a:pt x="135124" y="270249"/>
                  </a:lnTo>
                  <a:cubicBezTo>
                    <a:pt x="60497" y="270249"/>
                    <a:pt x="0" y="209752"/>
                    <a:pt x="0" y="135124"/>
                  </a:cubicBezTo>
                  <a:lnTo>
                    <a:pt x="0" y="135124"/>
                  </a:lnTo>
                  <a:cubicBezTo>
                    <a:pt x="0" y="60497"/>
                    <a:pt x="60497" y="0"/>
                    <a:pt x="135124" y="0"/>
                  </a:cubicBezTo>
                  <a:close/>
                </a:path>
              </a:pathLst>
            </a:custGeom>
            <a:solidFill>
              <a:srgbClr val="F5C8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90365" cy="317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069370" y="8229122"/>
            <a:ext cx="4498162" cy="1026101"/>
            <a:chOff x="0" y="0"/>
            <a:chExt cx="1184701" cy="2702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84701" cy="270249"/>
            </a:xfrm>
            <a:custGeom>
              <a:avLst/>
              <a:gdLst/>
              <a:ahLst/>
              <a:cxnLst/>
              <a:rect r="r" b="b" t="t" l="l"/>
              <a:pathLst>
                <a:path h="270249" w="1184701">
                  <a:moveTo>
                    <a:pt x="87778" y="0"/>
                  </a:moveTo>
                  <a:lnTo>
                    <a:pt x="1096923" y="0"/>
                  </a:lnTo>
                  <a:cubicBezTo>
                    <a:pt x="1120204" y="0"/>
                    <a:pt x="1142530" y="9248"/>
                    <a:pt x="1158992" y="25709"/>
                  </a:cubicBezTo>
                  <a:cubicBezTo>
                    <a:pt x="1175453" y="42171"/>
                    <a:pt x="1184701" y="64498"/>
                    <a:pt x="1184701" y="87778"/>
                  </a:cubicBezTo>
                  <a:lnTo>
                    <a:pt x="1184701" y="182471"/>
                  </a:lnTo>
                  <a:cubicBezTo>
                    <a:pt x="1184701" y="230950"/>
                    <a:pt x="1145402" y="270249"/>
                    <a:pt x="1096923" y="270249"/>
                  </a:cubicBezTo>
                  <a:lnTo>
                    <a:pt x="87778" y="270249"/>
                  </a:lnTo>
                  <a:cubicBezTo>
                    <a:pt x="64498" y="270249"/>
                    <a:pt x="42171" y="261001"/>
                    <a:pt x="25709" y="244539"/>
                  </a:cubicBezTo>
                  <a:cubicBezTo>
                    <a:pt x="9248" y="228078"/>
                    <a:pt x="0" y="205751"/>
                    <a:pt x="0" y="182471"/>
                  </a:cubicBezTo>
                  <a:lnTo>
                    <a:pt x="0" y="87778"/>
                  </a:lnTo>
                  <a:cubicBezTo>
                    <a:pt x="0" y="39299"/>
                    <a:pt x="39299" y="0"/>
                    <a:pt x="87778" y="0"/>
                  </a:cubicBezTo>
                  <a:close/>
                </a:path>
              </a:pathLst>
            </a:custGeom>
            <a:solidFill>
              <a:srgbClr val="E7716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184701" cy="317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70920" y="6707720"/>
            <a:ext cx="1861853" cy="1026101"/>
            <a:chOff x="0" y="0"/>
            <a:chExt cx="490365" cy="2702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0365" cy="270249"/>
            </a:xfrm>
            <a:custGeom>
              <a:avLst/>
              <a:gdLst/>
              <a:ahLst/>
              <a:cxnLst/>
              <a:rect r="r" b="b" t="t" l="l"/>
              <a:pathLst>
                <a:path h="270249" w="490365">
                  <a:moveTo>
                    <a:pt x="135124" y="0"/>
                  </a:moveTo>
                  <a:lnTo>
                    <a:pt x="355240" y="0"/>
                  </a:lnTo>
                  <a:cubicBezTo>
                    <a:pt x="429867" y="0"/>
                    <a:pt x="490365" y="60497"/>
                    <a:pt x="490365" y="135124"/>
                  </a:cubicBezTo>
                  <a:lnTo>
                    <a:pt x="490365" y="135124"/>
                  </a:lnTo>
                  <a:cubicBezTo>
                    <a:pt x="490365" y="209752"/>
                    <a:pt x="429867" y="270249"/>
                    <a:pt x="355240" y="270249"/>
                  </a:cubicBezTo>
                  <a:lnTo>
                    <a:pt x="135124" y="270249"/>
                  </a:lnTo>
                  <a:cubicBezTo>
                    <a:pt x="60497" y="270249"/>
                    <a:pt x="0" y="209752"/>
                    <a:pt x="0" y="135124"/>
                  </a:cubicBezTo>
                  <a:lnTo>
                    <a:pt x="0" y="135124"/>
                  </a:lnTo>
                  <a:cubicBezTo>
                    <a:pt x="0" y="60497"/>
                    <a:pt x="60497" y="0"/>
                    <a:pt x="135124" y="0"/>
                  </a:cubicBezTo>
                  <a:close/>
                </a:path>
              </a:pathLst>
            </a:custGeom>
            <a:solidFill>
              <a:srgbClr val="F5C8D4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90365" cy="317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976489" y="6707720"/>
            <a:ext cx="5021310" cy="1026101"/>
            <a:chOff x="0" y="0"/>
            <a:chExt cx="1322485" cy="2702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22485" cy="270249"/>
            </a:xfrm>
            <a:custGeom>
              <a:avLst/>
              <a:gdLst/>
              <a:ahLst/>
              <a:cxnLst/>
              <a:rect r="r" b="b" t="t" l="l"/>
              <a:pathLst>
                <a:path h="270249" w="1322485">
                  <a:moveTo>
                    <a:pt x="78632" y="0"/>
                  </a:moveTo>
                  <a:lnTo>
                    <a:pt x="1243852" y="0"/>
                  </a:lnTo>
                  <a:cubicBezTo>
                    <a:pt x="1264707" y="0"/>
                    <a:pt x="1284707" y="8284"/>
                    <a:pt x="1299454" y="23031"/>
                  </a:cubicBezTo>
                  <a:cubicBezTo>
                    <a:pt x="1314200" y="37777"/>
                    <a:pt x="1322485" y="57778"/>
                    <a:pt x="1322485" y="78632"/>
                  </a:cubicBezTo>
                  <a:lnTo>
                    <a:pt x="1322485" y="191616"/>
                  </a:lnTo>
                  <a:cubicBezTo>
                    <a:pt x="1322485" y="212471"/>
                    <a:pt x="1314200" y="232472"/>
                    <a:pt x="1299454" y="247218"/>
                  </a:cubicBezTo>
                  <a:cubicBezTo>
                    <a:pt x="1284707" y="261964"/>
                    <a:pt x="1264707" y="270249"/>
                    <a:pt x="1243852" y="270249"/>
                  </a:cubicBezTo>
                  <a:lnTo>
                    <a:pt x="78632" y="270249"/>
                  </a:lnTo>
                  <a:cubicBezTo>
                    <a:pt x="57778" y="270249"/>
                    <a:pt x="37777" y="261964"/>
                    <a:pt x="23031" y="247218"/>
                  </a:cubicBezTo>
                  <a:cubicBezTo>
                    <a:pt x="8284" y="232472"/>
                    <a:pt x="0" y="212471"/>
                    <a:pt x="0" y="191616"/>
                  </a:cubicBezTo>
                  <a:lnTo>
                    <a:pt x="0" y="78632"/>
                  </a:lnTo>
                  <a:cubicBezTo>
                    <a:pt x="0" y="57778"/>
                    <a:pt x="8284" y="37777"/>
                    <a:pt x="23031" y="23031"/>
                  </a:cubicBezTo>
                  <a:cubicBezTo>
                    <a:pt x="37777" y="8284"/>
                    <a:pt x="57778" y="0"/>
                    <a:pt x="78632" y="0"/>
                  </a:cubicBezTo>
                  <a:close/>
                </a:path>
              </a:pathLst>
            </a:custGeom>
            <a:solidFill>
              <a:srgbClr val="E7716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22485" cy="317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70920" y="8232199"/>
            <a:ext cx="1861853" cy="1026101"/>
            <a:chOff x="0" y="0"/>
            <a:chExt cx="490365" cy="27024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0365" cy="270249"/>
            </a:xfrm>
            <a:custGeom>
              <a:avLst/>
              <a:gdLst/>
              <a:ahLst/>
              <a:cxnLst/>
              <a:rect r="r" b="b" t="t" l="l"/>
              <a:pathLst>
                <a:path h="270249" w="490365">
                  <a:moveTo>
                    <a:pt x="135124" y="0"/>
                  </a:moveTo>
                  <a:lnTo>
                    <a:pt x="355240" y="0"/>
                  </a:lnTo>
                  <a:cubicBezTo>
                    <a:pt x="429867" y="0"/>
                    <a:pt x="490365" y="60497"/>
                    <a:pt x="490365" y="135124"/>
                  </a:cubicBezTo>
                  <a:lnTo>
                    <a:pt x="490365" y="135124"/>
                  </a:lnTo>
                  <a:cubicBezTo>
                    <a:pt x="490365" y="209752"/>
                    <a:pt x="429867" y="270249"/>
                    <a:pt x="355240" y="270249"/>
                  </a:cubicBezTo>
                  <a:lnTo>
                    <a:pt x="135124" y="270249"/>
                  </a:lnTo>
                  <a:cubicBezTo>
                    <a:pt x="60497" y="270249"/>
                    <a:pt x="0" y="209752"/>
                    <a:pt x="0" y="135124"/>
                  </a:cubicBezTo>
                  <a:lnTo>
                    <a:pt x="0" y="135124"/>
                  </a:lnTo>
                  <a:cubicBezTo>
                    <a:pt x="0" y="60497"/>
                    <a:pt x="60497" y="0"/>
                    <a:pt x="135124" y="0"/>
                  </a:cubicBezTo>
                  <a:close/>
                </a:path>
              </a:pathLst>
            </a:custGeom>
            <a:solidFill>
              <a:srgbClr val="78AAD1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490365" cy="317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976489" y="8232199"/>
            <a:ext cx="5021310" cy="1026101"/>
            <a:chOff x="0" y="0"/>
            <a:chExt cx="1322485" cy="27024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22485" cy="270249"/>
            </a:xfrm>
            <a:custGeom>
              <a:avLst/>
              <a:gdLst/>
              <a:ahLst/>
              <a:cxnLst/>
              <a:rect r="r" b="b" t="t" l="l"/>
              <a:pathLst>
                <a:path h="270249" w="1322485">
                  <a:moveTo>
                    <a:pt x="78632" y="0"/>
                  </a:moveTo>
                  <a:lnTo>
                    <a:pt x="1243852" y="0"/>
                  </a:lnTo>
                  <a:cubicBezTo>
                    <a:pt x="1264707" y="0"/>
                    <a:pt x="1284707" y="8284"/>
                    <a:pt x="1299454" y="23031"/>
                  </a:cubicBezTo>
                  <a:cubicBezTo>
                    <a:pt x="1314200" y="37777"/>
                    <a:pt x="1322485" y="57778"/>
                    <a:pt x="1322485" y="78632"/>
                  </a:cubicBezTo>
                  <a:lnTo>
                    <a:pt x="1322485" y="191616"/>
                  </a:lnTo>
                  <a:cubicBezTo>
                    <a:pt x="1322485" y="212471"/>
                    <a:pt x="1314200" y="232472"/>
                    <a:pt x="1299454" y="247218"/>
                  </a:cubicBezTo>
                  <a:cubicBezTo>
                    <a:pt x="1284707" y="261964"/>
                    <a:pt x="1264707" y="270249"/>
                    <a:pt x="1243852" y="270249"/>
                  </a:cubicBezTo>
                  <a:lnTo>
                    <a:pt x="78632" y="270249"/>
                  </a:lnTo>
                  <a:cubicBezTo>
                    <a:pt x="57778" y="270249"/>
                    <a:pt x="37777" y="261964"/>
                    <a:pt x="23031" y="247218"/>
                  </a:cubicBezTo>
                  <a:cubicBezTo>
                    <a:pt x="8284" y="232472"/>
                    <a:pt x="0" y="212471"/>
                    <a:pt x="0" y="191616"/>
                  </a:cubicBezTo>
                  <a:lnTo>
                    <a:pt x="0" y="78632"/>
                  </a:lnTo>
                  <a:cubicBezTo>
                    <a:pt x="0" y="57778"/>
                    <a:pt x="8284" y="37777"/>
                    <a:pt x="23031" y="23031"/>
                  </a:cubicBezTo>
                  <a:cubicBezTo>
                    <a:pt x="37777" y="8284"/>
                    <a:pt x="57778" y="0"/>
                    <a:pt x="78632" y="0"/>
                  </a:cubicBezTo>
                  <a:close/>
                </a:path>
              </a:pathLst>
            </a:custGeom>
            <a:solidFill>
              <a:srgbClr val="F2BA6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322485" cy="317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63801" y="5186319"/>
            <a:ext cx="1861853" cy="1026101"/>
            <a:chOff x="0" y="0"/>
            <a:chExt cx="490365" cy="27024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0365" cy="270249"/>
            </a:xfrm>
            <a:custGeom>
              <a:avLst/>
              <a:gdLst/>
              <a:ahLst/>
              <a:cxnLst/>
              <a:rect r="r" b="b" t="t" l="l"/>
              <a:pathLst>
                <a:path h="270249" w="490365">
                  <a:moveTo>
                    <a:pt x="135124" y="0"/>
                  </a:moveTo>
                  <a:lnTo>
                    <a:pt x="355240" y="0"/>
                  </a:lnTo>
                  <a:cubicBezTo>
                    <a:pt x="429867" y="0"/>
                    <a:pt x="490365" y="60497"/>
                    <a:pt x="490365" y="135124"/>
                  </a:cubicBezTo>
                  <a:lnTo>
                    <a:pt x="490365" y="135124"/>
                  </a:lnTo>
                  <a:cubicBezTo>
                    <a:pt x="490365" y="209752"/>
                    <a:pt x="429867" y="270249"/>
                    <a:pt x="355240" y="270249"/>
                  </a:cubicBezTo>
                  <a:lnTo>
                    <a:pt x="135124" y="270249"/>
                  </a:lnTo>
                  <a:cubicBezTo>
                    <a:pt x="60497" y="270249"/>
                    <a:pt x="0" y="209752"/>
                    <a:pt x="0" y="135124"/>
                  </a:cubicBezTo>
                  <a:lnTo>
                    <a:pt x="0" y="135124"/>
                  </a:lnTo>
                  <a:cubicBezTo>
                    <a:pt x="0" y="60497"/>
                    <a:pt x="60497" y="0"/>
                    <a:pt x="135124" y="0"/>
                  </a:cubicBezTo>
                  <a:close/>
                </a:path>
              </a:pathLst>
            </a:custGeom>
            <a:solidFill>
              <a:srgbClr val="F5C8D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490365" cy="317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069370" y="5186319"/>
            <a:ext cx="4498162" cy="1026101"/>
            <a:chOff x="0" y="0"/>
            <a:chExt cx="1184701" cy="27024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84701" cy="270249"/>
            </a:xfrm>
            <a:custGeom>
              <a:avLst/>
              <a:gdLst/>
              <a:ahLst/>
              <a:cxnLst/>
              <a:rect r="r" b="b" t="t" l="l"/>
              <a:pathLst>
                <a:path h="270249" w="1184701">
                  <a:moveTo>
                    <a:pt x="87778" y="0"/>
                  </a:moveTo>
                  <a:lnTo>
                    <a:pt x="1096923" y="0"/>
                  </a:lnTo>
                  <a:cubicBezTo>
                    <a:pt x="1120204" y="0"/>
                    <a:pt x="1142530" y="9248"/>
                    <a:pt x="1158992" y="25709"/>
                  </a:cubicBezTo>
                  <a:cubicBezTo>
                    <a:pt x="1175453" y="42171"/>
                    <a:pt x="1184701" y="64498"/>
                    <a:pt x="1184701" y="87778"/>
                  </a:cubicBezTo>
                  <a:lnTo>
                    <a:pt x="1184701" y="182471"/>
                  </a:lnTo>
                  <a:cubicBezTo>
                    <a:pt x="1184701" y="230950"/>
                    <a:pt x="1145402" y="270249"/>
                    <a:pt x="1096923" y="270249"/>
                  </a:cubicBezTo>
                  <a:lnTo>
                    <a:pt x="87778" y="270249"/>
                  </a:lnTo>
                  <a:cubicBezTo>
                    <a:pt x="64498" y="270249"/>
                    <a:pt x="42171" y="261001"/>
                    <a:pt x="25709" y="244539"/>
                  </a:cubicBezTo>
                  <a:cubicBezTo>
                    <a:pt x="9248" y="228078"/>
                    <a:pt x="0" y="205751"/>
                    <a:pt x="0" y="182471"/>
                  </a:cubicBezTo>
                  <a:lnTo>
                    <a:pt x="0" y="87778"/>
                  </a:lnTo>
                  <a:cubicBezTo>
                    <a:pt x="0" y="39299"/>
                    <a:pt x="39299" y="0"/>
                    <a:pt x="87778" y="0"/>
                  </a:cubicBezTo>
                  <a:close/>
                </a:path>
              </a:pathLst>
            </a:custGeom>
            <a:solidFill>
              <a:srgbClr val="E7716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184701" cy="3178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0199038" y="541626"/>
            <a:ext cx="6102494" cy="5432670"/>
          </a:xfrm>
          <a:custGeom>
            <a:avLst/>
            <a:gdLst/>
            <a:ahLst/>
            <a:cxnLst/>
            <a:rect r="r" b="b" t="t" l="l"/>
            <a:pathLst>
              <a:path h="5432670" w="6102494">
                <a:moveTo>
                  <a:pt x="0" y="0"/>
                </a:moveTo>
                <a:lnTo>
                  <a:pt x="6102494" y="0"/>
                </a:lnTo>
                <a:lnTo>
                  <a:pt x="6102494" y="5432669"/>
                </a:lnTo>
                <a:lnTo>
                  <a:pt x="0" y="54326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29" r="0" b="-829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028700" y="666750"/>
            <a:ext cx="8569939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324858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Content Strategy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515002" y="5394570"/>
            <a:ext cx="4052529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Influencer Teasers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515002" y="6915971"/>
            <a:ext cx="340249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Product launch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515002" y="8437372"/>
            <a:ext cx="405252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Beauty Tutorials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65276" y="6962660"/>
            <a:ext cx="443252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Audience Engagement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65276" y="8440449"/>
            <a:ext cx="397804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Performance Review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10793" y="2659019"/>
            <a:ext cx="6637368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The campaign focuses on influencer-led beauty and lifestyle content to increase awareness, engagement, and product discovery among young consumers.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12713" y="5393270"/>
            <a:ext cx="45665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12713" y="6915971"/>
            <a:ext cx="45665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12713" y="8437372"/>
            <a:ext cx="45665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19832" y="6915971"/>
            <a:ext cx="45665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4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519832" y="8440449"/>
            <a:ext cx="45665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3642" y="2834897"/>
            <a:ext cx="2348321" cy="1090819"/>
            <a:chOff x="0" y="0"/>
            <a:chExt cx="618488" cy="2872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488" cy="287294"/>
            </a:xfrm>
            <a:custGeom>
              <a:avLst/>
              <a:gdLst/>
              <a:ahLst/>
              <a:cxnLst/>
              <a:rect r="r" b="b" t="t" l="l"/>
              <a:pathLst>
                <a:path h="287294" w="618488">
                  <a:moveTo>
                    <a:pt x="125278" y="0"/>
                  </a:moveTo>
                  <a:lnTo>
                    <a:pt x="493210" y="0"/>
                  </a:lnTo>
                  <a:cubicBezTo>
                    <a:pt x="562399" y="0"/>
                    <a:pt x="618488" y="56089"/>
                    <a:pt x="618488" y="125278"/>
                  </a:cubicBezTo>
                  <a:lnTo>
                    <a:pt x="618488" y="162016"/>
                  </a:lnTo>
                  <a:cubicBezTo>
                    <a:pt x="618488" y="231205"/>
                    <a:pt x="562399" y="287294"/>
                    <a:pt x="493210" y="287294"/>
                  </a:cubicBezTo>
                  <a:lnTo>
                    <a:pt x="125278" y="287294"/>
                  </a:lnTo>
                  <a:cubicBezTo>
                    <a:pt x="56089" y="287294"/>
                    <a:pt x="0" y="231205"/>
                    <a:pt x="0" y="162016"/>
                  </a:cubicBezTo>
                  <a:lnTo>
                    <a:pt x="0" y="125278"/>
                  </a:lnTo>
                  <a:cubicBezTo>
                    <a:pt x="0" y="56089"/>
                    <a:pt x="56089" y="0"/>
                    <a:pt x="125278" y="0"/>
                  </a:cubicBezTo>
                  <a:close/>
                </a:path>
              </a:pathLst>
            </a:custGeom>
            <a:solidFill>
              <a:srgbClr val="F5C8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618488" cy="334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17628" y="2834897"/>
            <a:ext cx="2348321" cy="1090819"/>
            <a:chOff x="0" y="0"/>
            <a:chExt cx="618488" cy="28729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8488" cy="287294"/>
            </a:xfrm>
            <a:custGeom>
              <a:avLst/>
              <a:gdLst/>
              <a:ahLst/>
              <a:cxnLst/>
              <a:rect r="r" b="b" t="t" l="l"/>
              <a:pathLst>
                <a:path h="287294" w="618488">
                  <a:moveTo>
                    <a:pt x="125278" y="0"/>
                  </a:moveTo>
                  <a:lnTo>
                    <a:pt x="493210" y="0"/>
                  </a:lnTo>
                  <a:cubicBezTo>
                    <a:pt x="562399" y="0"/>
                    <a:pt x="618488" y="56089"/>
                    <a:pt x="618488" y="125278"/>
                  </a:cubicBezTo>
                  <a:lnTo>
                    <a:pt x="618488" y="162016"/>
                  </a:lnTo>
                  <a:cubicBezTo>
                    <a:pt x="618488" y="231205"/>
                    <a:pt x="562399" y="287294"/>
                    <a:pt x="493210" y="287294"/>
                  </a:cubicBezTo>
                  <a:lnTo>
                    <a:pt x="125278" y="287294"/>
                  </a:lnTo>
                  <a:cubicBezTo>
                    <a:pt x="56089" y="287294"/>
                    <a:pt x="0" y="231205"/>
                    <a:pt x="0" y="162016"/>
                  </a:cubicBezTo>
                  <a:lnTo>
                    <a:pt x="0" y="125278"/>
                  </a:lnTo>
                  <a:cubicBezTo>
                    <a:pt x="0" y="56089"/>
                    <a:pt x="56089" y="0"/>
                    <a:pt x="125278" y="0"/>
                  </a:cubicBezTo>
                  <a:close/>
                </a:path>
              </a:pathLst>
            </a:custGeom>
            <a:solidFill>
              <a:srgbClr val="E7716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618488" cy="334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724908" y="5526329"/>
            <a:ext cx="2891647" cy="1090819"/>
            <a:chOff x="0" y="0"/>
            <a:chExt cx="761586" cy="2872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1586" cy="287294"/>
            </a:xfrm>
            <a:custGeom>
              <a:avLst/>
              <a:gdLst/>
              <a:ahLst/>
              <a:cxnLst/>
              <a:rect r="r" b="b" t="t" l="l"/>
              <a:pathLst>
                <a:path h="287294" w="761586">
                  <a:moveTo>
                    <a:pt x="101739" y="0"/>
                  </a:moveTo>
                  <a:lnTo>
                    <a:pt x="659847" y="0"/>
                  </a:lnTo>
                  <a:cubicBezTo>
                    <a:pt x="686830" y="0"/>
                    <a:pt x="712708" y="10719"/>
                    <a:pt x="731788" y="29799"/>
                  </a:cubicBezTo>
                  <a:cubicBezTo>
                    <a:pt x="750867" y="48878"/>
                    <a:pt x="761586" y="74756"/>
                    <a:pt x="761586" y="101739"/>
                  </a:cubicBezTo>
                  <a:lnTo>
                    <a:pt x="761586" y="185555"/>
                  </a:lnTo>
                  <a:cubicBezTo>
                    <a:pt x="761586" y="212538"/>
                    <a:pt x="750867" y="238415"/>
                    <a:pt x="731788" y="257495"/>
                  </a:cubicBezTo>
                  <a:cubicBezTo>
                    <a:pt x="712708" y="276575"/>
                    <a:pt x="686830" y="287294"/>
                    <a:pt x="659847" y="287294"/>
                  </a:cubicBezTo>
                  <a:lnTo>
                    <a:pt x="101739" y="287294"/>
                  </a:lnTo>
                  <a:cubicBezTo>
                    <a:pt x="74756" y="287294"/>
                    <a:pt x="48878" y="276575"/>
                    <a:pt x="29799" y="257495"/>
                  </a:cubicBezTo>
                  <a:cubicBezTo>
                    <a:pt x="10719" y="238415"/>
                    <a:pt x="0" y="212538"/>
                    <a:pt x="0" y="185555"/>
                  </a:cubicBezTo>
                  <a:lnTo>
                    <a:pt x="0" y="101739"/>
                  </a:lnTo>
                  <a:cubicBezTo>
                    <a:pt x="0" y="74756"/>
                    <a:pt x="10719" y="48878"/>
                    <a:pt x="29799" y="29799"/>
                  </a:cubicBezTo>
                  <a:cubicBezTo>
                    <a:pt x="48878" y="10719"/>
                    <a:pt x="74756" y="0"/>
                    <a:pt x="101739" y="0"/>
                  </a:cubicBezTo>
                  <a:close/>
                </a:path>
              </a:pathLst>
            </a:custGeom>
            <a:solidFill>
              <a:srgbClr val="F2BA6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61586" cy="334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976494" y="3994705"/>
            <a:ext cx="5282806" cy="5263595"/>
          </a:xfrm>
          <a:custGeom>
            <a:avLst/>
            <a:gdLst/>
            <a:ahLst/>
            <a:cxnLst/>
            <a:rect r="r" b="b" t="t" l="l"/>
            <a:pathLst>
              <a:path h="5263595" w="5282806">
                <a:moveTo>
                  <a:pt x="0" y="0"/>
                </a:moveTo>
                <a:lnTo>
                  <a:pt x="5282806" y="0"/>
                </a:lnTo>
                <a:lnTo>
                  <a:pt x="5282806" y="5263595"/>
                </a:lnTo>
                <a:lnTo>
                  <a:pt x="0" y="52635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591675" y="1108730"/>
            <a:ext cx="7667625" cy="8125614"/>
          </a:xfrm>
          <a:custGeom>
            <a:avLst/>
            <a:gdLst/>
            <a:ahLst/>
            <a:cxnLst/>
            <a:rect r="r" b="b" t="t" l="l"/>
            <a:pathLst>
              <a:path h="8125614" w="7667625">
                <a:moveTo>
                  <a:pt x="0" y="0"/>
                </a:moveTo>
                <a:lnTo>
                  <a:pt x="7667625" y="0"/>
                </a:lnTo>
                <a:lnTo>
                  <a:pt x="7667625" y="8125614"/>
                </a:lnTo>
                <a:lnTo>
                  <a:pt x="0" y="8125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683109"/>
            <a:ext cx="8926177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  <a:spcBef>
                <a:spcPct val="0"/>
              </a:spcBef>
            </a:pPr>
            <a:r>
              <a:rPr lang="en-US" sz="7500">
                <a:solidFill>
                  <a:srgbClr val="324858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Social Campaign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9944" y="7808187"/>
            <a:ext cx="8144056" cy="174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Short-form videos, influencer collaborations, beauty tutorials, product reviews, and interactive posts designed to increase brand awareness, engagement, and product discovery among young consumers.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7334" y="2942157"/>
            <a:ext cx="168093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8</a:t>
            </a:r>
            <a:r>
              <a:rPr lang="en-US" sz="45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M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154729"/>
            <a:ext cx="2898205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Impressions Goal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569220" y="2942157"/>
            <a:ext cx="1845137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4.5</a:t>
            </a:r>
            <a:r>
              <a:rPr lang="en-US" sz="45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20424" y="4154729"/>
            <a:ext cx="274272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Engagement Rate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76042" y="5633589"/>
            <a:ext cx="2288765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30-Day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93756" y="6827112"/>
            <a:ext cx="225333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Campaign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625843">
            <a:off x="9886872" y="46589"/>
            <a:ext cx="6771926" cy="6920267"/>
          </a:xfrm>
          <a:custGeom>
            <a:avLst/>
            <a:gdLst/>
            <a:ahLst/>
            <a:cxnLst/>
            <a:rect r="r" b="b" t="t" l="l"/>
            <a:pathLst>
              <a:path h="6920267" w="6771926">
                <a:moveTo>
                  <a:pt x="0" y="0"/>
                </a:moveTo>
                <a:lnTo>
                  <a:pt x="6771926" y="0"/>
                </a:lnTo>
                <a:lnTo>
                  <a:pt x="6771926" y="6920267"/>
                </a:lnTo>
                <a:lnTo>
                  <a:pt x="0" y="6920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68227" y="2461786"/>
            <a:ext cx="9691073" cy="6783751"/>
          </a:xfrm>
          <a:custGeom>
            <a:avLst/>
            <a:gdLst/>
            <a:ahLst/>
            <a:cxnLst/>
            <a:rect r="r" b="b" t="t" l="l"/>
            <a:pathLst>
              <a:path h="6783751" w="9691073">
                <a:moveTo>
                  <a:pt x="0" y="0"/>
                </a:moveTo>
                <a:lnTo>
                  <a:pt x="9691073" y="0"/>
                </a:lnTo>
                <a:lnTo>
                  <a:pt x="9691073" y="6783751"/>
                </a:lnTo>
                <a:lnTo>
                  <a:pt x="0" y="67837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507419"/>
            <a:ext cx="481627" cy="481627"/>
          </a:xfrm>
          <a:custGeom>
            <a:avLst/>
            <a:gdLst/>
            <a:ahLst/>
            <a:cxnLst/>
            <a:rect r="r" b="b" t="t" l="l"/>
            <a:pathLst>
              <a:path h="481627" w="481627">
                <a:moveTo>
                  <a:pt x="0" y="0"/>
                </a:moveTo>
                <a:lnTo>
                  <a:pt x="481627" y="0"/>
                </a:lnTo>
                <a:lnTo>
                  <a:pt x="481627" y="481626"/>
                </a:lnTo>
                <a:lnTo>
                  <a:pt x="0" y="4816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801098"/>
            <a:ext cx="481627" cy="344144"/>
          </a:xfrm>
          <a:custGeom>
            <a:avLst/>
            <a:gdLst/>
            <a:ahLst/>
            <a:cxnLst/>
            <a:rect r="r" b="b" t="t" l="l"/>
            <a:pathLst>
              <a:path h="344144" w="481627">
                <a:moveTo>
                  <a:pt x="0" y="0"/>
                </a:moveTo>
                <a:lnTo>
                  <a:pt x="481627" y="0"/>
                </a:lnTo>
                <a:lnTo>
                  <a:pt x="481627" y="344144"/>
                </a:lnTo>
                <a:lnTo>
                  <a:pt x="0" y="3441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7191141"/>
            <a:ext cx="481627" cy="455356"/>
          </a:xfrm>
          <a:custGeom>
            <a:avLst/>
            <a:gdLst/>
            <a:ahLst/>
            <a:cxnLst/>
            <a:rect r="r" b="b" t="t" l="l"/>
            <a:pathLst>
              <a:path h="455356" w="481627">
                <a:moveTo>
                  <a:pt x="0" y="0"/>
                </a:moveTo>
                <a:lnTo>
                  <a:pt x="481627" y="0"/>
                </a:lnTo>
                <a:lnTo>
                  <a:pt x="481627" y="455356"/>
                </a:lnTo>
                <a:lnTo>
                  <a:pt x="0" y="4553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762000"/>
            <a:ext cx="4971257" cy="329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>
                <a:solidFill>
                  <a:srgbClr val="324858"/>
                </a:solidFill>
                <a:latin typeface="Rustic Printed"/>
                <a:ea typeface="Rustic Printed"/>
                <a:cs typeface="Rustic Printed"/>
                <a:sym typeface="Rustic Printed"/>
              </a:rPr>
              <a:t>Get In Touch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7688" y="5611842"/>
            <a:ext cx="482009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nykaa@nykaa.com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17688" y="6360622"/>
            <a:ext cx="485417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www.nykaa.com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7688" y="7113097"/>
            <a:ext cx="388530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1800-267-9999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2838" y="8191500"/>
            <a:ext cx="5617261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24858"/>
                </a:solidFill>
                <a:latin typeface="ABeeZee"/>
                <a:ea typeface="ABeeZee"/>
                <a:cs typeface="ABeeZee"/>
                <a:sym typeface="ABeeZee"/>
              </a:rPr>
              <a:t>Let’s create meaningful beauty experiences together.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DAHRPukgjEo</dc:identifier>
  <dcterms:modified xsi:type="dcterms:W3CDTF">2011-08-01T06:04:30Z</dcterms:modified>
  <cp:revision>1</cp:revision>
  <dc:title>Nkyaa</dc:title>
</cp:coreProperties>
</file>